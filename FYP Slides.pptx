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70" r:id="rId11"/>
    <p:sldId id="268" r:id="rId12"/>
    <p:sldId id="271" r:id="rId13"/>
    <p:sldId id="27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8C1A57-84EB-4D05-B73B-4CE90305525C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3375FF-C413-4BEA-BD81-CBD9E923CD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Django Rest framework (DRF) – for building robust, modular API</a:t>
          </a:r>
        </a:p>
      </dgm:t>
    </dgm:pt>
    <dgm:pt modelId="{287FD9CE-728F-4B79-BBAB-53855BA468F0}" type="parTrans" cxnId="{8C1013A3-B8DF-49A2-94F6-7517B803CAEF}">
      <dgm:prSet/>
      <dgm:spPr/>
      <dgm:t>
        <a:bodyPr/>
        <a:lstStyle/>
        <a:p>
          <a:endParaRPr lang="en-US"/>
        </a:p>
      </dgm:t>
    </dgm:pt>
    <dgm:pt modelId="{860DF20F-4372-4682-A0E9-758AE5FC5788}" type="sibTrans" cxnId="{8C1013A3-B8DF-49A2-94F6-7517B803CAEF}">
      <dgm:prSet/>
      <dgm:spPr/>
      <dgm:t>
        <a:bodyPr/>
        <a:lstStyle/>
        <a:p>
          <a:endParaRPr lang="en-US"/>
        </a:p>
      </dgm:t>
    </dgm:pt>
    <dgm:pt modelId="{62499856-1542-4E56-88A7-B1CEE7B79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Token Authentication – to secure endpoints with user-specific  access token</a:t>
          </a:r>
        </a:p>
      </dgm:t>
    </dgm:pt>
    <dgm:pt modelId="{3133BE49-F62E-4E4B-A6C6-6E3E3A4CA125}" type="parTrans" cxnId="{37FC0CF8-7CDC-4274-AA2B-E9F944EC3F31}">
      <dgm:prSet/>
      <dgm:spPr/>
      <dgm:t>
        <a:bodyPr/>
        <a:lstStyle/>
        <a:p>
          <a:endParaRPr lang="en-US"/>
        </a:p>
      </dgm:t>
    </dgm:pt>
    <dgm:pt modelId="{C0525CB9-9DF0-4D7D-A4F9-1890E56175AD}" type="sibTrans" cxnId="{37FC0CF8-7CDC-4274-AA2B-E9F944EC3F31}">
      <dgm:prSet/>
      <dgm:spPr/>
      <dgm:t>
        <a:bodyPr/>
        <a:lstStyle/>
        <a:p>
          <a:endParaRPr lang="en-US"/>
        </a:p>
      </dgm:t>
    </dgm:pt>
    <dgm:pt modelId="{D241081E-7BD0-4020-A876-4DEBA09979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Postman – used for testing and validating api endpoints</a:t>
          </a:r>
        </a:p>
      </dgm:t>
    </dgm:pt>
    <dgm:pt modelId="{6834186C-17C4-4C35-AA55-D5951931A7A6}" type="parTrans" cxnId="{CE4E31E0-5048-4FBD-A8D7-0EAC74FD175C}">
      <dgm:prSet/>
      <dgm:spPr/>
      <dgm:t>
        <a:bodyPr/>
        <a:lstStyle/>
        <a:p>
          <a:endParaRPr lang="en-US"/>
        </a:p>
      </dgm:t>
    </dgm:pt>
    <dgm:pt modelId="{E095D749-28E1-4B41-A4C3-9149B45AF816}" type="sibTrans" cxnId="{CE4E31E0-5048-4FBD-A8D7-0EAC74FD175C}">
      <dgm:prSet/>
      <dgm:spPr/>
      <dgm:t>
        <a:bodyPr/>
        <a:lstStyle/>
        <a:p>
          <a:endParaRPr lang="en-US"/>
        </a:p>
      </dgm:t>
    </dgm:pt>
    <dgm:pt modelId="{95CD2F61-0B89-CD44-83EA-E24614527B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React (Frontend) – for building a user-friendly interface to consume api</a:t>
          </a:r>
        </a:p>
      </dgm:t>
    </dgm:pt>
    <dgm:pt modelId="{0C2B9C2E-96CC-F849-A0B1-43985AC6A4B8}" type="parTrans" cxnId="{2CB3C9E5-DCBF-9D4D-823D-85AE12D01378}">
      <dgm:prSet/>
      <dgm:spPr/>
      <dgm:t>
        <a:bodyPr/>
        <a:lstStyle/>
        <a:p>
          <a:endParaRPr lang="en-GB"/>
        </a:p>
      </dgm:t>
    </dgm:pt>
    <dgm:pt modelId="{049626A4-F9C4-1041-98C8-8E84F62C8760}" type="sibTrans" cxnId="{2CB3C9E5-DCBF-9D4D-823D-85AE12D01378}">
      <dgm:prSet/>
      <dgm:spPr/>
      <dgm:t>
        <a:bodyPr/>
        <a:lstStyle/>
        <a:p>
          <a:endParaRPr lang="en-GB"/>
        </a:p>
      </dgm:t>
    </dgm:pt>
    <dgm:pt modelId="{B4CB729A-5E96-CE4E-A415-0B1C3AC6F71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SQLite – Lightweight development  database for quick iterations </a:t>
          </a:r>
        </a:p>
      </dgm:t>
    </dgm:pt>
    <dgm:pt modelId="{988C6173-923C-084E-8E40-409A6211A891}" type="parTrans" cxnId="{C986445F-E0D0-FE46-B1C6-937923CB64C1}">
      <dgm:prSet/>
      <dgm:spPr/>
      <dgm:t>
        <a:bodyPr/>
        <a:lstStyle/>
        <a:p>
          <a:endParaRPr lang="en-GB"/>
        </a:p>
      </dgm:t>
    </dgm:pt>
    <dgm:pt modelId="{F5AB9E82-59DB-154A-8FFC-38EEB42EDD7A}" type="sibTrans" cxnId="{C986445F-E0D0-FE46-B1C6-937923CB64C1}">
      <dgm:prSet/>
      <dgm:spPr/>
      <dgm:t>
        <a:bodyPr/>
        <a:lstStyle/>
        <a:p>
          <a:endParaRPr lang="en-GB"/>
        </a:p>
      </dgm:t>
    </dgm:pt>
    <dgm:pt modelId="{84E8D614-A909-4FA8-8E3A-64ABC5B1ABC7}" type="pres">
      <dgm:prSet presAssocID="{6A8C1A57-84EB-4D05-B73B-4CE90305525C}" presName="root" presStyleCnt="0">
        <dgm:presLayoutVars>
          <dgm:dir/>
          <dgm:resizeHandles val="exact"/>
        </dgm:presLayoutVars>
      </dgm:prSet>
      <dgm:spPr/>
    </dgm:pt>
    <dgm:pt modelId="{C4D1604C-6FA4-463B-97B8-D9096E79077A}" type="pres">
      <dgm:prSet presAssocID="{95CD2F61-0B89-CD44-83EA-E24614527B3A}" presName="compNode" presStyleCnt="0"/>
      <dgm:spPr/>
    </dgm:pt>
    <dgm:pt modelId="{7EDB7C09-4E6B-40EB-B47D-F77C7433A6C4}" type="pres">
      <dgm:prSet presAssocID="{95CD2F61-0B89-CD44-83EA-E24614527B3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ED2DAEC0-0CB5-47EA-B6C4-DBE16B58B327}" type="pres">
      <dgm:prSet presAssocID="{95CD2F61-0B89-CD44-83EA-E24614527B3A}" presName="spaceRect" presStyleCnt="0"/>
      <dgm:spPr/>
    </dgm:pt>
    <dgm:pt modelId="{F8113699-4B8E-428B-B4AD-0E8C868D94AD}" type="pres">
      <dgm:prSet presAssocID="{95CD2F61-0B89-CD44-83EA-E24614527B3A}" presName="textRect" presStyleLbl="revTx" presStyleIdx="0" presStyleCnt="5">
        <dgm:presLayoutVars>
          <dgm:chMax val="1"/>
          <dgm:chPref val="1"/>
        </dgm:presLayoutVars>
      </dgm:prSet>
      <dgm:spPr/>
    </dgm:pt>
    <dgm:pt modelId="{02D4D2F1-BF6C-4E6E-9DF1-361866C4A06C}" type="pres">
      <dgm:prSet presAssocID="{049626A4-F9C4-1041-98C8-8E84F62C8760}" presName="sibTrans" presStyleCnt="0"/>
      <dgm:spPr/>
    </dgm:pt>
    <dgm:pt modelId="{716E6611-B678-4069-BA87-356064B1BAE7}" type="pres">
      <dgm:prSet presAssocID="{FB3375FF-C413-4BEA-BD81-CBD9E923CD15}" presName="compNode" presStyleCnt="0"/>
      <dgm:spPr/>
    </dgm:pt>
    <dgm:pt modelId="{6EB96677-D007-4E56-A187-2BF273E297F4}" type="pres">
      <dgm:prSet presAssocID="{FB3375FF-C413-4BEA-BD81-CBD9E923CD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C875024-DE09-4DDD-AAF4-DA926893C369}" type="pres">
      <dgm:prSet presAssocID="{FB3375FF-C413-4BEA-BD81-CBD9E923CD15}" presName="spaceRect" presStyleCnt="0"/>
      <dgm:spPr/>
    </dgm:pt>
    <dgm:pt modelId="{96F31114-EC1A-4453-894C-7E1EC8B72A6B}" type="pres">
      <dgm:prSet presAssocID="{FB3375FF-C413-4BEA-BD81-CBD9E923CD15}" presName="textRect" presStyleLbl="revTx" presStyleIdx="1" presStyleCnt="5">
        <dgm:presLayoutVars>
          <dgm:chMax val="1"/>
          <dgm:chPref val="1"/>
        </dgm:presLayoutVars>
      </dgm:prSet>
      <dgm:spPr/>
    </dgm:pt>
    <dgm:pt modelId="{4E83FA9D-6BFD-45C5-A201-2FBA2A34E7D4}" type="pres">
      <dgm:prSet presAssocID="{860DF20F-4372-4682-A0E9-758AE5FC5788}" presName="sibTrans" presStyleCnt="0"/>
      <dgm:spPr/>
    </dgm:pt>
    <dgm:pt modelId="{4C431E15-52B0-4E73-B511-1A210C0D9D34}" type="pres">
      <dgm:prSet presAssocID="{62499856-1542-4E56-88A7-B1CEE7B79436}" presName="compNode" presStyleCnt="0"/>
      <dgm:spPr/>
    </dgm:pt>
    <dgm:pt modelId="{DDB20E50-5EE8-4494-BB42-DCBB83764946}" type="pres">
      <dgm:prSet presAssocID="{62499856-1542-4E56-88A7-B1CEE7B794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E983BD8-550F-471A-B9DD-9161BA23D7D3}" type="pres">
      <dgm:prSet presAssocID="{62499856-1542-4E56-88A7-B1CEE7B79436}" presName="spaceRect" presStyleCnt="0"/>
      <dgm:spPr/>
    </dgm:pt>
    <dgm:pt modelId="{685FC2AC-B3C9-4BC0-A8D9-369BB9F12EB6}" type="pres">
      <dgm:prSet presAssocID="{62499856-1542-4E56-88A7-B1CEE7B79436}" presName="textRect" presStyleLbl="revTx" presStyleIdx="2" presStyleCnt="5">
        <dgm:presLayoutVars>
          <dgm:chMax val="1"/>
          <dgm:chPref val="1"/>
        </dgm:presLayoutVars>
      </dgm:prSet>
      <dgm:spPr/>
    </dgm:pt>
    <dgm:pt modelId="{4A2E7BC8-1F65-4436-882B-7D5DF8D2987E}" type="pres">
      <dgm:prSet presAssocID="{C0525CB9-9DF0-4D7D-A4F9-1890E56175AD}" presName="sibTrans" presStyleCnt="0"/>
      <dgm:spPr/>
    </dgm:pt>
    <dgm:pt modelId="{3CCB0346-2FDD-4333-8606-23C63352FD94}" type="pres">
      <dgm:prSet presAssocID="{D241081E-7BD0-4020-A876-4DEBA0997965}" presName="compNode" presStyleCnt="0"/>
      <dgm:spPr/>
    </dgm:pt>
    <dgm:pt modelId="{57D8674F-41E8-42C0-9059-981989A16DFF}" type="pres">
      <dgm:prSet presAssocID="{D241081E-7BD0-4020-A876-4DEBA099796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F35E1A6-96B4-4F5F-8D60-681F312FA615}" type="pres">
      <dgm:prSet presAssocID="{D241081E-7BD0-4020-A876-4DEBA0997965}" presName="spaceRect" presStyleCnt="0"/>
      <dgm:spPr/>
    </dgm:pt>
    <dgm:pt modelId="{834562F0-C7F3-4E16-A085-A0CF0B94B8F3}" type="pres">
      <dgm:prSet presAssocID="{D241081E-7BD0-4020-A876-4DEBA0997965}" presName="textRect" presStyleLbl="revTx" presStyleIdx="3" presStyleCnt="5">
        <dgm:presLayoutVars>
          <dgm:chMax val="1"/>
          <dgm:chPref val="1"/>
        </dgm:presLayoutVars>
      </dgm:prSet>
      <dgm:spPr/>
    </dgm:pt>
    <dgm:pt modelId="{68B3633C-C79A-4ADA-94B8-743878BAAE5A}" type="pres">
      <dgm:prSet presAssocID="{E095D749-28E1-4B41-A4C3-9149B45AF816}" presName="sibTrans" presStyleCnt="0"/>
      <dgm:spPr/>
    </dgm:pt>
    <dgm:pt modelId="{ED8C503C-04DE-4861-8CB8-11F6A1A10203}" type="pres">
      <dgm:prSet presAssocID="{B4CB729A-5E96-CE4E-A415-0B1C3AC6F719}" presName="compNode" presStyleCnt="0"/>
      <dgm:spPr/>
    </dgm:pt>
    <dgm:pt modelId="{40EDEF62-6F75-41D8-9701-97D3596C431E}" type="pres">
      <dgm:prSet presAssocID="{B4CB729A-5E96-CE4E-A415-0B1C3AC6F71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35DDDCE-A689-4700-93FD-6D6EB5AED9FB}" type="pres">
      <dgm:prSet presAssocID="{B4CB729A-5E96-CE4E-A415-0B1C3AC6F719}" presName="spaceRect" presStyleCnt="0"/>
      <dgm:spPr/>
    </dgm:pt>
    <dgm:pt modelId="{BD81DA84-6036-4E75-9510-CFA07717FEAE}" type="pres">
      <dgm:prSet presAssocID="{B4CB729A-5E96-CE4E-A415-0B1C3AC6F71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986445F-E0D0-FE46-B1C6-937923CB64C1}" srcId="{6A8C1A57-84EB-4D05-B73B-4CE90305525C}" destId="{B4CB729A-5E96-CE4E-A415-0B1C3AC6F719}" srcOrd="4" destOrd="0" parTransId="{988C6173-923C-084E-8E40-409A6211A891}" sibTransId="{F5AB9E82-59DB-154A-8FFC-38EEB42EDD7A}"/>
    <dgm:cxn modelId="{E76EE760-503C-A246-A83A-13F94048DF91}" type="presOf" srcId="{6A8C1A57-84EB-4D05-B73B-4CE90305525C}" destId="{84E8D614-A909-4FA8-8E3A-64ABC5B1ABC7}" srcOrd="0" destOrd="0" presId="urn:microsoft.com/office/officeart/2018/2/layout/IconLabelList"/>
    <dgm:cxn modelId="{B4616891-40FC-5B47-98A6-5DB5C861B8A4}" type="presOf" srcId="{FB3375FF-C413-4BEA-BD81-CBD9E923CD15}" destId="{96F31114-EC1A-4453-894C-7E1EC8B72A6B}" srcOrd="0" destOrd="0" presId="urn:microsoft.com/office/officeart/2018/2/layout/IconLabelList"/>
    <dgm:cxn modelId="{8C1013A3-B8DF-49A2-94F6-7517B803CAEF}" srcId="{6A8C1A57-84EB-4D05-B73B-4CE90305525C}" destId="{FB3375FF-C413-4BEA-BD81-CBD9E923CD15}" srcOrd="1" destOrd="0" parTransId="{287FD9CE-728F-4B79-BBAB-53855BA468F0}" sibTransId="{860DF20F-4372-4682-A0E9-758AE5FC5788}"/>
    <dgm:cxn modelId="{2FCF32AB-8ABC-3C40-9328-FBE2D45A0BAB}" type="presOf" srcId="{62499856-1542-4E56-88A7-B1CEE7B79436}" destId="{685FC2AC-B3C9-4BC0-A8D9-369BB9F12EB6}" srcOrd="0" destOrd="0" presId="urn:microsoft.com/office/officeart/2018/2/layout/IconLabelList"/>
    <dgm:cxn modelId="{257824C9-7F43-034E-AD27-E970B1ED52D0}" type="presOf" srcId="{B4CB729A-5E96-CE4E-A415-0B1C3AC6F719}" destId="{BD81DA84-6036-4E75-9510-CFA07717FEAE}" srcOrd="0" destOrd="0" presId="urn:microsoft.com/office/officeart/2018/2/layout/IconLabelList"/>
    <dgm:cxn modelId="{B7D421D9-936A-DB42-85C2-2EBDA0DFDBF2}" type="presOf" srcId="{D241081E-7BD0-4020-A876-4DEBA0997965}" destId="{834562F0-C7F3-4E16-A085-A0CF0B94B8F3}" srcOrd="0" destOrd="0" presId="urn:microsoft.com/office/officeart/2018/2/layout/IconLabelList"/>
    <dgm:cxn modelId="{CE4E31E0-5048-4FBD-A8D7-0EAC74FD175C}" srcId="{6A8C1A57-84EB-4D05-B73B-4CE90305525C}" destId="{D241081E-7BD0-4020-A876-4DEBA0997965}" srcOrd="3" destOrd="0" parTransId="{6834186C-17C4-4C35-AA55-D5951931A7A6}" sibTransId="{E095D749-28E1-4B41-A4C3-9149B45AF816}"/>
    <dgm:cxn modelId="{4F8E7AE2-6A2E-9E46-AF4B-E5167996F181}" type="presOf" srcId="{95CD2F61-0B89-CD44-83EA-E24614527B3A}" destId="{F8113699-4B8E-428B-B4AD-0E8C868D94AD}" srcOrd="0" destOrd="0" presId="urn:microsoft.com/office/officeart/2018/2/layout/IconLabelList"/>
    <dgm:cxn modelId="{2CB3C9E5-DCBF-9D4D-823D-85AE12D01378}" srcId="{6A8C1A57-84EB-4D05-B73B-4CE90305525C}" destId="{95CD2F61-0B89-CD44-83EA-E24614527B3A}" srcOrd="0" destOrd="0" parTransId="{0C2B9C2E-96CC-F849-A0B1-43985AC6A4B8}" sibTransId="{049626A4-F9C4-1041-98C8-8E84F62C8760}"/>
    <dgm:cxn modelId="{37FC0CF8-7CDC-4274-AA2B-E9F944EC3F31}" srcId="{6A8C1A57-84EB-4D05-B73B-4CE90305525C}" destId="{62499856-1542-4E56-88A7-B1CEE7B79436}" srcOrd="2" destOrd="0" parTransId="{3133BE49-F62E-4E4B-A6C6-6E3E3A4CA125}" sibTransId="{C0525CB9-9DF0-4D7D-A4F9-1890E56175AD}"/>
    <dgm:cxn modelId="{09EE24A6-7650-E74D-AA8F-3150F1A74145}" type="presParOf" srcId="{84E8D614-A909-4FA8-8E3A-64ABC5B1ABC7}" destId="{C4D1604C-6FA4-463B-97B8-D9096E79077A}" srcOrd="0" destOrd="0" presId="urn:microsoft.com/office/officeart/2018/2/layout/IconLabelList"/>
    <dgm:cxn modelId="{3F0D5A0F-4F07-504A-A694-B298912FFD20}" type="presParOf" srcId="{C4D1604C-6FA4-463B-97B8-D9096E79077A}" destId="{7EDB7C09-4E6B-40EB-B47D-F77C7433A6C4}" srcOrd="0" destOrd="0" presId="urn:microsoft.com/office/officeart/2018/2/layout/IconLabelList"/>
    <dgm:cxn modelId="{CC547A87-DDA5-FA48-9276-C10BEFA54C60}" type="presParOf" srcId="{C4D1604C-6FA4-463B-97B8-D9096E79077A}" destId="{ED2DAEC0-0CB5-47EA-B6C4-DBE16B58B327}" srcOrd="1" destOrd="0" presId="urn:microsoft.com/office/officeart/2018/2/layout/IconLabelList"/>
    <dgm:cxn modelId="{DEE8D67D-3A5C-A94F-89FE-0A1A600A2277}" type="presParOf" srcId="{C4D1604C-6FA4-463B-97B8-D9096E79077A}" destId="{F8113699-4B8E-428B-B4AD-0E8C868D94AD}" srcOrd="2" destOrd="0" presId="urn:microsoft.com/office/officeart/2018/2/layout/IconLabelList"/>
    <dgm:cxn modelId="{96F29D61-F4A1-6E42-8877-F26A47E4F664}" type="presParOf" srcId="{84E8D614-A909-4FA8-8E3A-64ABC5B1ABC7}" destId="{02D4D2F1-BF6C-4E6E-9DF1-361866C4A06C}" srcOrd="1" destOrd="0" presId="urn:microsoft.com/office/officeart/2018/2/layout/IconLabelList"/>
    <dgm:cxn modelId="{E9C7DDE6-888B-1E4C-8253-2AA286177F49}" type="presParOf" srcId="{84E8D614-A909-4FA8-8E3A-64ABC5B1ABC7}" destId="{716E6611-B678-4069-BA87-356064B1BAE7}" srcOrd="2" destOrd="0" presId="urn:microsoft.com/office/officeart/2018/2/layout/IconLabelList"/>
    <dgm:cxn modelId="{000266EC-5622-D748-8C68-D5DC2D60979F}" type="presParOf" srcId="{716E6611-B678-4069-BA87-356064B1BAE7}" destId="{6EB96677-D007-4E56-A187-2BF273E297F4}" srcOrd="0" destOrd="0" presId="urn:microsoft.com/office/officeart/2018/2/layout/IconLabelList"/>
    <dgm:cxn modelId="{C1FBCA30-D232-2F43-8347-4CE9A664E2B4}" type="presParOf" srcId="{716E6611-B678-4069-BA87-356064B1BAE7}" destId="{BC875024-DE09-4DDD-AAF4-DA926893C369}" srcOrd="1" destOrd="0" presId="urn:microsoft.com/office/officeart/2018/2/layout/IconLabelList"/>
    <dgm:cxn modelId="{A587B886-9B17-1041-B74A-FF79080D1F63}" type="presParOf" srcId="{716E6611-B678-4069-BA87-356064B1BAE7}" destId="{96F31114-EC1A-4453-894C-7E1EC8B72A6B}" srcOrd="2" destOrd="0" presId="urn:microsoft.com/office/officeart/2018/2/layout/IconLabelList"/>
    <dgm:cxn modelId="{03683925-F178-B142-90A9-2B55B8A990AA}" type="presParOf" srcId="{84E8D614-A909-4FA8-8E3A-64ABC5B1ABC7}" destId="{4E83FA9D-6BFD-45C5-A201-2FBA2A34E7D4}" srcOrd="3" destOrd="0" presId="urn:microsoft.com/office/officeart/2018/2/layout/IconLabelList"/>
    <dgm:cxn modelId="{E0D5BB0C-5475-464C-813C-6FC73119C5A0}" type="presParOf" srcId="{84E8D614-A909-4FA8-8E3A-64ABC5B1ABC7}" destId="{4C431E15-52B0-4E73-B511-1A210C0D9D34}" srcOrd="4" destOrd="0" presId="urn:microsoft.com/office/officeart/2018/2/layout/IconLabelList"/>
    <dgm:cxn modelId="{7954B768-DE12-A14E-B7A5-388D2903F9BD}" type="presParOf" srcId="{4C431E15-52B0-4E73-B511-1A210C0D9D34}" destId="{DDB20E50-5EE8-4494-BB42-DCBB83764946}" srcOrd="0" destOrd="0" presId="urn:microsoft.com/office/officeart/2018/2/layout/IconLabelList"/>
    <dgm:cxn modelId="{E6446449-2EFF-C348-AC45-B319D87B3AE9}" type="presParOf" srcId="{4C431E15-52B0-4E73-B511-1A210C0D9D34}" destId="{6E983BD8-550F-471A-B9DD-9161BA23D7D3}" srcOrd="1" destOrd="0" presId="urn:microsoft.com/office/officeart/2018/2/layout/IconLabelList"/>
    <dgm:cxn modelId="{E40437A8-9491-9B48-B1B5-2BAA1939D4A3}" type="presParOf" srcId="{4C431E15-52B0-4E73-B511-1A210C0D9D34}" destId="{685FC2AC-B3C9-4BC0-A8D9-369BB9F12EB6}" srcOrd="2" destOrd="0" presId="urn:microsoft.com/office/officeart/2018/2/layout/IconLabelList"/>
    <dgm:cxn modelId="{CC91FBF4-BB78-B94F-9CD1-FD55B1AE4525}" type="presParOf" srcId="{84E8D614-A909-4FA8-8E3A-64ABC5B1ABC7}" destId="{4A2E7BC8-1F65-4436-882B-7D5DF8D2987E}" srcOrd="5" destOrd="0" presId="urn:microsoft.com/office/officeart/2018/2/layout/IconLabelList"/>
    <dgm:cxn modelId="{2B20696E-7EE1-8646-9BBE-06CD7AD47B9A}" type="presParOf" srcId="{84E8D614-A909-4FA8-8E3A-64ABC5B1ABC7}" destId="{3CCB0346-2FDD-4333-8606-23C63352FD94}" srcOrd="6" destOrd="0" presId="urn:microsoft.com/office/officeart/2018/2/layout/IconLabelList"/>
    <dgm:cxn modelId="{E75AB261-FC21-4246-B3CB-2C5613D09B1C}" type="presParOf" srcId="{3CCB0346-2FDD-4333-8606-23C63352FD94}" destId="{57D8674F-41E8-42C0-9059-981989A16DFF}" srcOrd="0" destOrd="0" presId="urn:microsoft.com/office/officeart/2018/2/layout/IconLabelList"/>
    <dgm:cxn modelId="{DACA1209-5AFA-2948-8296-D9290BB8215D}" type="presParOf" srcId="{3CCB0346-2FDD-4333-8606-23C63352FD94}" destId="{0F35E1A6-96B4-4F5F-8D60-681F312FA615}" srcOrd="1" destOrd="0" presId="urn:microsoft.com/office/officeart/2018/2/layout/IconLabelList"/>
    <dgm:cxn modelId="{2A83831E-00C5-B04D-9026-AC77528F9C9B}" type="presParOf" srcId="{3CCB0346-2FDD-4333-8606-23C63352FD94}" destId="{834562F0-C7F3-4E16-A085-A0CF0B94B8F3}" srcOrd="2" destOrd="0" presId="urn:microsoft.com/office/officeart/2018/2/layout/IconLabelList"/>
    <dgm:cxn modelId="{77B24EF5-0864-E641-BC7B-A3E94DA30273}" type="presParOf" srcId="{84E8D614-A909-4FA8-8E3A-64ABC5B1ABC7}" destId="{68B3633C-C79A-4ADA-94B8-743878BAAE5A}" srcOrd="7" destOrd="0" presId="urn:microsoft.com/office/officeart/2018/2/layout/IconLabelList"/>
    <dgm:cxn modelId="{700A6737-520E-C84C-9EFB-AC0B5FF1EFE9}" type="presParOf" srcId="{84E8D614-A909-4FA8-8E3A-64ABC5B1ABC7}" destId="{ED8C503C-04DE-4861-8CB8-11F6A1A10203}" srcOrd="8" destOrd="0" presId="urn:microsoft.com/office/officeart/2018/2/layout/IconLabelList"/>
    <dgm:cxn modelId="{DCADBC40-4811-1A44-95A0-791732767634}" type="presParOf" srcId="{ED8C503C-04DE-4861-8CB8-11F6A1A10203}" destId="{40EDEF62-6F75-41D8-9701-97D3596C431E}" srcOrd="0" destOrd="0" presId="urn:microsoft.com/office/officeart/2018/2/layout/IconLabelList"/>
    <dgm:cxn modelId="{D4E092AA-D93A-4D4B-A870-88F318DBA7E7}" type="presParOf" srcId="{ED8C503C-04DE-4861-8CB8-11F6A1A10203}" destId="{F35DDDCE-A689-4700-93FD-6D6EB5AED9FB}" srcOrd="1" destOrd="0" presId="urn:microsoft.com/office/officeart/2018/2/layout/IconLabelList"/>
    <dgm:cxn modelId="{E6A9E0A7-91EF-9D49-BB48-78E69D015D3C}" type="presParOf" srcId="{ED8C503C-04DE-4861-8CB8-11F6A1A10203}" destId="{BD81DA84-6036-4E75-9510-CFA07717FE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E7285-2424-4A4F-B621-8CD3BDE5F6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BCB5F87-DBD1-4ACF-97E2-8372006032EB}">
      <dgm:prSet/>
      <dgm:spPr/>
      <dgm:t>
        <a:bodyPr/>
        <a:lstStyle/>
        <a:p>
          <a:r>
            <a:rPr lang="en-US"/>
            <a:t>Able to achieve user registration and log in with secure token auth.</a:t>
          </a:r>
        </a:p>
      </dgm:t>
    </dgm:pt>
    <dgm:pt modelId="{3CD04235-A5BC-4999-B526-7EB2D8E99BB8}" type="parTrans" cxnId="{C15F33A2-6044-428A-8B40-D95484139937}">
      <dgm:prSet/>
      <dgm:spPr/>
      <dgm:t>
        <a:bodyPr/>
        <a:lstStyle/>
        <a:p>
          <a:endParaRPr lang="en-US"/>
        </a:p>
      </dgm:t>
    </dgm:pt>
    <dgm:pt modelId="{5FEE7709-3680-4D5C-B96F-9271C9B3366D}" type="sibTrans" cxnId="{C15F33A2-6044-428A-8B40-D95484139937}">
      <dgm:prSet/>
      <dgm:spPr/>
      <dgm:t>
        <a:bodyPr/>
        <a:lstStyle/>
        <a:p>
          <a:endParaRPr lang="en-US"/>
        </a:p>
      </dgm:t>
    </dgm:pt>
    <dgm:pt modelId="{73521737-4740-463F-96A3-198CBEAC1FA6}">
      <dgm:prSet/>
      <dgm:spPr/>
      <dgm:t>
        <a:bodyPr/>
        <a:lstStyle/>
        <a:p>
          <a:r>
            <a:rPr lang="en-US"/>
            <a:t>Implemented Books endpoints for borrowing and returning.</a:t>
          </a:r>
        </a:p>
      </dgm:t>
    </dgm:pt>
    <dgm:pt modelId="{3E816E80-3567-46FD-B8F7-598E1D09C54E}" type="parTrans" cxnId="{BB4B685B-A69A-47E8-B273-070EE950E1C9}">
      <dgm:prSet/>
      <dgm:spPr/>
      <dgm:t>
        <a:bodyPr/>
        <a:lstStyle/>
        <a:p>
          <a:endParaRPr lang="en-US"/>
        </a:p>
      </dgm:t>
    </dgm:pt>
    <dgm:pt modelId="{050ABC46-EB4F-4156-8137-686F0628AB22}" type="sibTrans" cxnId="{BB4B685B-A69A-47E8-B273-070EE950E1C9}">
      <dgm:prSet/>
      <dgm:spPr/>
      <dgm:t>
        <a:bodyPr/>
        <a:lstStyle/>
        <a:p>
          <a:endParaRPr lang="en-US"/>
        </a:p>
      </dgm:t>
    </dgm:pt>
    <dgm:pt modelId="{EB10D658-BB0D-4C81-AC35-9C3E4B54F64A}">
      <dgm:prSet/>
      <dgm:spPr/>
      <dgm:t>
        <a:bodyPr/>
        <a:lstStyle/>
        <a:p>
          <a:r>
            <a:rPr lang="en-US"/>
            <a:t>Demonstrated community group features. </a:t>
          </a:r>
        </a:p>
      </dgm:t>
    </dgm:pt>
    <dgm:pt modelId="{728FF918-9B31-47A4-8570-39AB9DB509E1}" type="parTrans" cxnId="{5B4B5EB7-9A55-4031-8BF4-44BA5427C986}">
      <dgm:prSet/>
      <dgm:spPr/>
      <dgm:t>
        <a:bodyPr/>
        <a:lstStyle/>
        <a:p>
          <a:endParaRPr lang="en-US"/>
        </a:p>
      </dgm:t>
    </dgm:pt>
    <dgm:pt modelId="{8271E92B-7E3D-441B-965D-8A0B1AFE2C8F}" type="sibTrans" cxnId="{5B4B5EB7-9A55-4031-8BF4-44BA5427C986}">
      <dgm:prSet/>
      <dgm:spPr/>
      <dgm:t>
        <a:bodyPr/>
        <a:lstStyle/>
        <a:p>
          <a:endParaRPr lang="en-US"/>
        </a:p>
      </dgm:t>
    </dgm:pt>
    <dgm:pt modelId="{3598465E-E8C6-49AC-A9F5-8B9AF24260D5}">
      <dgm:prSet/>
      <dgm:spPr/>
      <dgm:t>
        <a:bodyPr/>
        <a:lstStyle/>
        <a:p>
          <a:r>
            <a:rPr lang="en-US"/>
            <a:t>Demonstrated working backend with Postman</a:t>
          </a:r>
        </a:p>
      </dgm:t>
    </dgm:pt>
    <dgm:pt modelId="{425C1363-5888-424F-8344-E448A7C133EA}" type="parTrans" cxnId="{925E8C50-0773-4B7A-BBEB-8DBB6A0A0F61}">
      <dgm:prSet/>
      <dgm:spPr/>
      <dgm:t>
        <a:bodyPr/>
        <a:lstStyle/>
        <a:p>
          <a:endParaRPr lang="en-US"/>
        </a:p>
      </dgm:t>
    </dgm:pt>
    <dgm:pt modelId="{AB88553F-708A-4881-841F-77D6877F9712}" type="sibTrans" cxnId="{925E8C50-0773-4B7A-BBEB-8DBB6A0A0F61}">
      <dgm:prSet/>
      <dgm:spPr/>
      <dgm:t>
        <a:bodyPr/>
        <a:lstStyle/>
        <a:p>
          <a:endParaRPr lang="en-US"/>
        </a:p>
      </dgm:t>
    </dgm:pt>
    <dgm:pt modelId="{A6F89C92-B2D5-4C4B-9E9B-8539A7C94D30}">
      <dgm:prSet/>
      <dgm:spPr/>
      <dgm:t>
        <a:bodyPr/>
        <a:lstStyle/>
        <a:p>
          <a:r>
            <a:rPr lang="en-US"/>
            <a:t>Future works – Real time messaging, Private Chat and PostgresSQL.</a:t>
          </a:r>
        </a:p>
      </dgm:t>
    </dgm:pt>
    <dgm:pt modelId="{C9849480-79A5-4076-86C4-02D0FC298C48}" type="parTrans" cxnId="{2B82BCAF-B7BD-4EFA-A81B-657FA543DD18}">
      <dgm:prSet/>
      <dgm:spPr/>
      <dgm:t>
        <a:bodyPr/>
        <a:lstStyle/>
        <a:p>
          <a:endParaRPr lang="en-US"/>
        </a:p>
      </dgm:t>
    </dgm:pt>
    <dgm:pt modelId="{F1BC6A56-AC27-4DB0-B827-72A0521F9DBB}" type="sibTrans" cxnId="{2B82BCAF-B7BD-4EFA-A81B-657FA543DD18}">
      <dgm:prSet/>
      <dgm:spPr/>
      <dgm:t>
        <a:bodyPr/>
        <a:lstStyle/>
        <a:p>
          <a:endParaRPr lang="en-US"/>
        </a:p>
      </dgm:t>
    </dgm:pt>
    <dgm:pt modelId="{9F55A9A9-478E-4E37-8690-5931C43F5ABD}" type="pres">
      <dgm:prSet presAssocID="{5C8E7285-2424-4A4F-B621-8CD3BDE5F67F}" presName="root" presStyleCnt="0">
        <dgm:presLayoutVars>
          <dgm:dir/>
          <dgm:resizeHandles val="exact"/>
        </dgm:presLayoutVars>
      </dgm:prSet>
      <dgm:spPr/>
    </dgm:pt>
    <dgm:pt modelId="{97ED673F-13F6-4384-84F4-E024B8BAC601}" type="pres">
      <dgm:prSet presAssocID="{5C8E7285-2424-4A4F-B621-8CD3BDE5F67F}" presName="container" presStyleCnt="0">
        <dgm:presLayoutVars>
          <dgm:dir/>
          <dgm:resizeHandles val="exact"/>
        </dgm:presLayoutVars>
      </dgm:prSet>
      <dgm:spPr/>
    </dgm:pt>
    <dgm:pt modelId="{EEAE81CE-5A8C-40E4-8B3C-9A4EC529D705}" type="pres">
      <dgm:prSet presAssocID="{CBCB5F87-DBD1-4ACF-97E2-8372006032EB}" presName="compNode" presStyleCnt="0"/>
      <dgm:spPr/>
    </dgm:pt>
    <dgm:pt modelId="{5916D65A-39EA-4380-97E0-F660F09DC5E8}" type="pres">
      <dgm:prSet presAssocID="{CBCB5F87-DBD1-4ACF-97E2-8372006032EB}" presName="iconBgRect" presStyleLbl="bgShp" presStyleIdx="0" presStyleCnt="5"/>
      <dgm:spPr/>
    </dgm:pt>
    <dgm:pt modelId="{2A53C40B-7346-46C3-9D30-B02CCC4205C7}" type="pres">
      <dgm:prSet presAssocID="{CBCB5F87-DBD1-4ACF-97E2-8372006032E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6FEC885-DA58-4CF5-9416-EA87836CD303}" type="pres">
      <dgm:prSet presAssocID="{CBCB5F87-DBD1-4ACF-97E2-8372006032EB}" presName="spaceRect" presStyleCnt="0"/>
      <dgm:spPr/>
    </dgm:pt>
    <dgm:pt modelId="{940FDEB6-9324-42A0-8486-C04D024438CF}" type="pres">
      <dgm:prSet presAssocID="{CBCB5F87-DBD1-4ACF-97E2-8372006032EB}" presName="textRect" presStyleLbl="revTx" presStyleIdx="0" presStyleCnt="5">
        <dgm:presLayoutVars>
          <dgm:chMax val="1"/>
          <dgm:chPref val="1"/>
        </dgm:presLayoutVars>
      </dgm:prSet>
      <dgm:spPr/>
    </dgm:pt>
    <dgm:pt modelId="{0C9112F2-9D22-452B-B843-1A57F82029F1}" type="pres">
      <dgm:prSet presAssocID="{5FEE7709-3680-4D5C-B96F-9271C9B3366D}" presName="sibTrans" presStyleLbl="sibTrans2D1" presStyleIdx="0" presStyleCnt="0"/>
      <dgm:spPr/>
    </dgm:pt>
    <dgm:pt modelId="{38D814E4-1E4D-4B6D-B485-F85D0C95DDF2}" type="pres">
      <dgm:prSet presAssocID="{73521737-4740-463F-96A3-198CBEAC1FA6}" presName="compNode" presStyleCnt="0"/>
      <dgm:spPr/>
    </dgm:pt>
    <dgm:pt modelId="{4CB53AC6-9CB3-4C19-9312-E0D05C0B09FE}" type="pres">
      <dgm:prSet presAssocID="{73521737-4740-463F-96A3-198CBEAC1FA6}" presName="iconBgRect" presStyleLbl="bgShp" presStyleIdx="1" presStyleCnt="5"/>
      <dgm:spPr/>
    </dgm:pt>
    <dgm:pt modelId="{EF04005E-21CD-4C05-A5CB-77F519E62EF5}" type="pres">
      <dgm:prSet presAssocID="{73521737-4740-463F-96A3-198CBEAC1FA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79C21C8-4EC2-476B-B311-1D6FBEF61DF4}" type="pres">
      <dgm:prSet presAssocID="{73521737-4740-463F-96A3-198CBEAC1FA6}" presName="spaceRect" presStyleCnt="0"/>
      <dgm:spPr/>
    </dgm:pt>
    <dgm:pt modelId="{2D4EC207-8CA6-42BB-B755-B590B21E29A7}" type="pres">
      <dgm:prSet presAssocID="{73521737-4740-463F-96A3-198CBEAC1FA6}" presName="textRect" presStyleLbl="revTx" presStyleIdx="1" presStyleCnt="5">
        <dgm:presLayoutVars>
          <dgm:chMax val="1"/>
          <dgm:chPref val="1"/>
        </dgm:presLayoutVars>
      </dgm:prSet>
      <dgm:spPr/>
    </dgm:pt>
    <dgm:pt modelId="{F6BC8405-6D2D-4260-8D04-128BC7B36498}" type="pres">
      <dgm:prSet presAssocID="{050ABC46-EB4F-4156-8137-686F0628AB22}" presName="sibTrans" presStyleLbl="sibTrans2D1" presStyleIdx="0" presStyleCnt="0"/>
      <dgm:spPr/>
    </dgm:pt>
    <dgm:pt modelId="{2AE15D84-646E-4904-BEBD-000C046A7398}" type="pres">
      <dgm:prSet presAssocID="{EB10D658-BB0D-4C81-AC35-9C3E4B54F64A}" presName="compNode" presStyleCnt="0"/>
      <dgm:spPr/>
    </dgm:pt>
    <dgm:pt modelId="{AD8A85E0-52C7-43F2-BAB1-9F745D468AAD}" type="pres">
      <dgm:prSet presAssocID="{EB10D658-BB0D-4C81-AC35-9C3E4B54F64A}" presName="iconBgRect" presStyleLbl="bgShp" presStyleIdx="2" presStyleCnt="5"/>
      <dgm:spPr/>
    </dgm:pt>
    <dgm:pt modelId="{12007B11-64F2-4B90-B388-06770143FF5C}" type="pres">
      <dgm:prSet presAssocID="{EB10D658-BB0D-4C81-AC35-9C3E4B54F64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D0C0014-B2DA-4E88-BAB0-972E1510210C}" type="pres">
      <dgm:prSet presAssocID="{EB10D658-BB0D-4C81-AC35-9C3E4B54F64A}" presName="spaceRect" presStyleCnt="0"/>
      <dgm:spPr/>
    </dgm:pt>
    <dgm:pt modelId="{404F50A9-2A70-4EBD-A076-45553C264CED}" type="pres">
      <dgm:prSet presAssocID="{EB10D658-BB0D-4C81-AC35-9C3E4B54F64A}" presName="textRect" presStyleLbl="revTx" presStyleIdx="2" presStyleCnt="5">
        <dgm:presLayoutVars>
          <dgm:chMax val="1"/>
          <dgm:chPref val="1"/>
        </dgm:presLayoutVars>
      </dgm:prSet>
      <dgm:spPr/>
    </dgm:pt>
    <dgm:pt modelId="{A3E959F5-3464-4CD9-A39D-E99C26ABB396}" type="pres">
      <dgm:prSet presAssocID="{8271E92B-7E3D-441B-965D-8A0B1AFE2C8F}" presName="sibTrans" presStyleLbl="sibTrans2D1" presStyleIdx="0" presStyleCnt="0"/>
      <dgm:spPr/>
    </dgm:pt>
    <dgm:pt modelId="{10B0C188-F2BB-4A52-8A6A-A5A53BB46F7F}" type="pres">
      <dgm:prSet presAssocID="{3598465E-E8C6-49AC-A9F5-8B9AF24260D5}" presName="compNode" presStyleCnt="0"/>
      <dgm:spPr/>
    </dgm:pt>
    <dgm:pt modelId="{70C9EDDE-30F5-4C60-9834-5996EEE7D981}" type="pres">
      <dgm:prSet presAssocID="{3598465E-E8C6-49AC-A9F5-8B9AF24260D5}" presName="iconBgRect" presStyleLbl="bgShp" presStyleIdx="3" presStyleCnt="5"/>
      <dgm:spPr/>
    </dgm:pt>
    <dgm:pt modelId="{37C6E42E-D91C-42BC-BC0E-26BA5F49A517}" type="pres">
      <dgm:prSet presAssocID="{3598465E-E8C6-49AC-A9F5-8B9AF24260D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7E9A3B7-17C1-41A4-82F2-41772F5A8FDA}" type="pres">
      <dgm:prSet presAssocID="{3598465E-E8C6-49AC-A9F5-8B9AF24260D5}" presName="spaceRect" presStyleCnt="0"/>
      <dgm:spPr/>
    </dgm:pt>
    <dgm:pt modelId="{32FCF8AC-9956-4C10-9F5A-26A9938DEE20}" type="pres">
      <dgm:prSet presAssocID="{3598465E-E8C6-49AC-A9F5-8B9AF24260D5}" presName="textRect" presStyleLbl="revTx" presStyleIdx="3" presStyleCnt="5">
        <dgm:presLayoutVars>
          <dgm:chMax val="1"/>
          <dgm:chPref val="1"/>
        </dgm:presLayoutVars>
      </dgm:prSet>
      <dgm:spPr/>
    </dgm:pt>
    <dgm:pt modelId="{14FBEF3E-18EA-4B5B-B280-CA3147337863}" type="pres">
      <dgm:prSet presAssocID="{AB88553F-708A-4881-841F-77D6877F9712}" presName="sibTrans" presStyleLbl="sibTrans2D1" presStyleIdx="0" presStyleCnt="0"/>
      <dgm:spPr/>
    </dgm:pt>
    <dgm:pt modelId="{68732384-BD58-4238-82C2-3D1A0D8EA8B1}" type="pres">
      <dgm:prSet presAssocID="{A6F89C92-B2D5-4C4B-9E9B-8539A7C94D30}" presName="compNode" presStyleCnt="0"/>
      <dgm:spPr/>
    </dgm:pt>
    <dgm:pt modelId="{27CA9DE4-ADE7-4C39-AC8C-AC40124E7222}" type="pres">
      <dgm:prSet presAssocID="{A6F89C92-B2D5-4C4B-9E9B-8539A7C94D30}" presName="iconBgRect" presStyleLbl="bgShp" presStyleIdx="4" presStyleCnt="5"/>
      <dgm:spPr/>
    </dgm:pt>
    <dgm:pt modelId="{D3E27306-0DDF-4A40-9865-92BB465269B1}" type="pres">
      <dgm:prSet presAssocID="{A6F89C92-B2D5-4C4B-9E9B-8539A7C94D3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BFB274D-60FA-40DE-BCB5-90F03FEA578B}" type="pres">
      <dgm:prSet presAssocID="{A6F89C92-B2D5-4C4B-9E9B-8539A7C94D30}" presName="spaceRect" presStyleCnt="0"/>
      <dgm:spPr/>
    </dgm:pt>
    <dgm:pt modelId="{578EF9B2-E4C8-4620-B3D5-ABF37C26B903}" type="pres">
      <dgm:prSet presAssocID="{A6F89C92-B2D5-4C4B-9E9B-8539A7C94D3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7000109-F2B5-4B26-97F5-F769D51F842F}" type="presOf" srcId="{3598465E-E8C6-49AC-A9F5-8B9AF24260D5}" destId="{32FCF8AC-9956-4C10-9F5A-26A9938DEE20}" srcOrd="0" destOrd="0" presId="urn:microsoft.com/office/officeart/2018/2/layout/IconCircleList"/>
    <dgm:cxn modelId="{A47BBF3A-AE8B-4D79-9C2A-68487EF9F97F}" type="presOf" srcId="{5FEE7709-3680-4D5C-B96F-9271C9B3366D}" destId="{0C9112F2-9D22-452B-B843-1A57F82029F1}" srcOrd="0" destOrd="0" presId="urn:microsoft.com/office/officeart/2018/2/layout/IconCircleList"/>
    <dgm:cxn modelId="{8A87A23B-BF6C-4B67-98AB-7A9C2A904743}" type="presOf" srcId="{AB88553F-708A-4881-841F-77D6877F9712}" destId="{14FBEF3E-18EA-4B5B-B280-CA3147337863}" srcOrd="0" destOrd="0" presId="urn:microsoft.com/office/officeart/2018/2/layout/IconCircleList"/>
    <dgm:cxn modelId="{64733943-7637-4200-B072-70300B58437D}" type="presOf" srcId="{73521737-4740-463F-96A3-198CBEAC1FA6}" destId="{2D4EC207-8CA6-42BB-B755-B590B21E29A7}" srcOrd="0" destOrd="0" presId="urn:microsoft.com/office/officeart/2018/2/layout/IconCircleList"/>
    <dgm:cxn modelId="{925E8C50-0773-4B7A-BBEB-8DBB6A0A0F61}" srcId="{5C8E7285-2424-4A4F-B621-8CD3BDE5F67F}" destId="{3598465E-E8C6-49AC-A9F5-8B9AF24260D5}" srcOrd="3" destOrd="0" parTransId="{425C1363-5888-424F-8344-E448A7C133EA}" sibTransId="{AB88553F-708A-4881-841F-77D6877F9712}"/>
    <dgm:cxn modelId="{BB4B685B-A69A-47E8-B273-070EE950E1C9}" srcId="{5C8E7285-2424-4A4F-B621-8CD3BDE5F67F}" destId="{73521737-4740-463F-96A3-198CBEAC1FA6}" srcOrd="1" destOrd="0" parTransId="{3E816E80-3567-46FD-B8F7-598E1D09C54E}" sibTransId="{050ABC46-EB4F-4156-8137-686F0628AB22}"/>
    <dgm:cxn modelId="{01F1885C-56E0-405E-8CF2-D4AA109F2A5A}" type="presOf" srcId="{050ABC46-EB4F-4156-8137-686F0628AB22}" destId="{F6BC8405-6D2D-4260-8D04-128BC7B36498}" srcOrd="0" destOrd="0" presId="urn:microsoft.com/office/officeart/2018/2/layout/IconCircleList"/>
    <dgm:cxn modelId="{05C50696-1A94-4FED-B0E3-6D67FB97D6FB}" type="presOf" srcId="{CBCB5F87-DBD1-4ACF-97E2-8372006032EB}" destId="{940FDEB6-9324-42A0-8486-C04D024438CF}" srcOrd="0" destOrd="0" presId="urn:microsoft.com/office/officeart/2018/2/layout/IconCircleList"/>
    <dgm:cxn modelId="{C15F33A2-6044-428A-8B40-D95484139937}" srcId="{5C8E7285-2424-4A4F-B621-8CD3BDE5F67F}" destId="{CBCB5F87-DBD1-4ACF-97E2-8372006032EB}" srcOrd="0" destOrd="0" parTransId="{3CD04235-A5BC-4999-B526-7EB2D8E99BB8}" sibTransId="{5FEE7709-3680-4D5C-B96F-9271C9B3366D}"/>
    <dgm:cxn modelId="{2B82BCAF-B7BD-4EFA-A81B-657FA543DD18}" srcId="{5C8E7285-2424-4A4F-B621-8CD3BDE5F67F}" destId="{A6F89C92-B2D5-4C4B-9E9B-8539A7C94D30}" srcOrd="4" destOrd="0" parTransId="{C9849480-79A5-4076-86C4-02D0FC298C48}" sibTransId="{F1BC6A56-AC27-4DB0-B827-72A0521F9DBB}"/>
    <dgm:cxn modelId="{5B4B5EB7-9A55-4031-8BF4-44BA5427C986}" srcId="{5C8E7285-2424-4A4F-B621-8CD3BDE5F67F}" destId="{EB10D658-BB0D-4C81-AC35-9C3E4B54F64A}" srcOrd="2" destOrd="0" parTransId="{728FF918-9B31-47A4-8570-39AB9DB509E1}" sibTransId="{8271E92B-7E3D-441B-965D-8A0B1AFE2C8F}"/>
    <dgm:cxn modelId="{BF19CEC0-2D94-45C6-B947-92BAA2F9273A}" type="presOf" srcId="{EB10D658-BB0D-4C81-AC35-9C3E4B54F64A}" destId="{404F50A9-2A70-4EBD-A076-45553C264CED}" srcOrd="0" destOrd="0" presId="urn:microsoft.com/office/officeart/2018/2/layout/IconCircleList"/>
    <dgm:cxn modelId="{08B8E9C2-27F9-4F42-9BA7-BCB2EA17A6C6}" type="presOf" srcId="{A6F89C92-B2D5-4C4B-9E9B-8539A7C94D30}" destId="{578EF9B2-E4C8-4620-B3D5-ABF37C26B903}" srcOrd="0" destOrd="0" presId="urn:microsoft.com/office/officeart/2018/2/layout/IconCircleList"/>
    <dgm:cxn modelId="{21EB7BCD-D0CE-46C8-B8E3-547D5D4C0BC2}" type="presOf" srcId="{8271E92B-7E3D-441B-965D-8A0B1AFE2C8F}" destId="{A3E959F5-3464-4CD9-A39D-E99C26ABB396}" srcOrd="0" destOrd="0" presId="urn:microsoft.com/office/officeart/2018/2/layout/IconCircleList"/>
    <dgm:cxn modelId="{19A789ED-020E-41CD-8349-3D8D776F18F8}" type="presOf" srcId="{5C8E7285-2424-4A4F-B621-8CD3BDE5F67F}" destId="{9F55A9A9-478E-4E37-8690-5931C43F5ABD}" srcOrd="0" destOrd="0" presId="urn:microsoft.com/office/officeart/2018/2/layout/IconCircleList"/>
    <dgm:cxn modelId="{97C62504-BA3D-46D1-9D67-BAA4CD43E26C}" type="presParOf" srcId="{9F55A9A9-478E-4E37-8690-5931C43F5ABD}" destId="{97ED673F-13F6-4384-84F4-E024B8BAC601}" srcOrd="0" destOrd="0" presId="urn:microsoft.com/office/officeart/2018/2/layout/IconCircleList"/>
    <dgm:cxn modelId="{5AB6F950-8C8A-42FC-B1F4-16AA345E9F8F}" type="presParOf" srcId="{97ED673F-13F6-4384-84F4-E024B8BAC601}" destId="{EEAE81CE-5A8C-40E4-8B3C-9A4EC529D705}" srcOrd="0" destOrd="0" presId="urn:microsoft.com/office/officeart/2018/2/layout/IconCircleList"/>
    <dgm:cxn modelId="{9B249393-851B-49B4-9336-AFFA501A52E5}" type="presParOf" srcId="{EEAE81CE-5A8C-40E4-8B3C-9A4EC529D705}" destId="{5916D65A-39EA-4380-97E0-F660F09DC5E8}" srcOrd="0" destOrd="0" presId="urn:microsoft.com/office/officeart/2018/2/layout/IconCircleList"/>
    <dgm:cxn modelId="{B8BFC9B2-6541-4490-A79F-A7880E69B0F0}" type="presParOf" srcId="{EEAE81CE-5A8C-40E4-8B3C-9A4EC529D705}" destId="{2A53C40B-7346-46C3-9D30-B02CCC4205C7}" srcOrd="1" destOrd="0" presId="urn:microsoft.com/office/officeart/2018/2/layout/IconCircleList"/>
    <dgm:cxn modelId="{3A6C1E84-A967-4224-9690-C273358169CD}" type="presParOf" srcId="{EEAE81CE-5A8C-40E4-8B3C-9A4EC529D705}" destId="{46FEC885-DA58-4CF5-9416-EA87836CD303}" srcOrd="2" destOrd="0" presId="urn:microsoft.com/office/officeart/2018/2/layout/IconCircleList"/>
    <dgm:cxn modelId="{3CDFBB6D-8BE0-47DE-83F7-43780915027E}" type="presParOf" srcId="{EEAE81CE-5A8C-40E4-8B3C-9A4EC529D705}" destId="{940FDEB6-9324-42A0-8486-C04D024438CF}" srcOrd="3" destOrd="0" presId="urn:microsoft.com/office/officeart/2018/2/layout/IconCircleList"/>
    <dgm:cxn modelId="{53A49E3D-A057-4623-85F9-11BB59C647AB}" type="presParOf" srcId="{97ED673F-13F6-4384-84F4-E024B8BAC601}" destId="{0C9112F2-9D22-452B-B843-1A57F82029F1}" srcOrd="1" destOrd="0" presId="urn:microsoft.com/office/officeart/2018/2/layout/IconCircleList"/>
    <dgm:cxn modelId="{CF54652C-D143-4109-AA20-BCD416EDB7F5}" type="presParOf" srcId="{97ED673F-13F6-4384-84F4-E024B8BAC601}" destId="{38D814E4-1E4D-4B6D-B485-F85D0C95DDF2}" srcOrd="2" destOrd="0" presId="urn:microsoft.com/office/officeart/2018/2/layout/IconCircleList"/>
    <dgm:cxn modelId="{3B89C97C-FB48-4C72-A2C1-18D4B5CFC80A}" type="presParOf" srcId="{38D814E4-1E4D-4B6D-B485-F85D0C95DDF2}" destId="{4CB53AC6-9CB3-4C19-9312-E0D05C0B09FE}" srcOrd="0" destOrd="0" presId="urn:microsoft.com/office/officeart/2018/2/layout/IconCircleList"/>
    <dgm:cxn modelId="{D859AB0B-9A06-4F00-BE26-AE99DC5F4992}" type="presParOf" srcId="{38D814E4-1E4D-4B6D-B485-F85D0C95DDF2}" destId="{EF04005E-21CD-4C05-A5CB-77F519E62EF5}" srcOrd="1" destOrd="0" presId="urn:microsoft.com/office/officeart/2018/2/layout/IconCircleList"/>
    <dgm:cxn modelId="{DEF8B0C4-2CEB-4B81-B8E2-889464656C34}" type="presParOf" srcId="{38D814E4-1E4D-4B6D-B485-F85D0C95DDF2}" destId="{B79C21C8-4EC2-476B-B311-1D6FBEF61DF4}" srcOrd="2" destOrd="0" presId="urn:microsoft.com/office/officeart/2018/2/layout/IconCircleList"/>
    <dgm:cxn modelId="{204DF6B7-B86A-49EE-A4EC-01D3692FFE2B}" type="presParOf" srcId="{38D814E4-1E4D-4B6D-B485-F85D0C95DDF2}" destId="{2D4EC207-8CA6-42BB-B755-B590B21E29A7}" srcOrd="3" destOrd="0" presId="urn:microsoft.com/office/officeart/2018/2/layout/IconCircleList"/>
    <dgm:cxn modelId="{814482D7-29E6-4DC9-9FA9-F5517322C7BA}" type="presParOf" srcId="{97ED673F-13F6-4384-84F4-E024B8BAC601}" destId="{F6BC8405-6D2D-4260-8D04-128BC7B36498}" srcOrd="3" destOrd="0" presId="urn:microsoft.com/office/officeart/2018/2/layout/IconCircleList"/>
    <dgm:cxn modelId="{77FE79D0-03FA-4155-B653-823B04BDE772}" type="presParOf" srcId="{97ED673F-13F6-4384-84F4-E024B8BAC601}" destId="{2AE15D84-646E-4904-BEBD-000C046A7398}" srcOrd="4" destOrd="0" presId="urn:microsoft.com/office/officeart/2018/2/layout/IconCircleList"/>
    <dgm:cxn modelId="{EC6B8C9E-E25B-4DB3-8E32-6A38C1FD4C7E}" type="presParOf" srcId="{2AE15D84-646E-4904-BEBD-000C046A7398}" destId="{AD8A85E0-52C7-43F2-BAB1-9F745D468AAD}" srcOrd="0" destOrd="0" presId="urn:microsoft.com/office/officeart/2018/2/layout/IconCircleList"/>
    <dgm:cxn modelId="{CBE2C03A-6F10-4D3E-8021-CFABE4E6DF9D}" type="presParOf" srcId="{2AE15D84-646E-4904-BEBD-000C046A7398}" destId="{12007B11-64F2-4B90-B388-06770143FF5C}" srcOrd="1" destOrd="0" presId="urn:microsoft.com/office/officeart/2018/2/layout/IconCircleList"/>
    <dgm:cxn modelId="{DBED03C0-C57F-42E4-BFEF-506AFE622917}" type="presParOf" srcId="{2AE15D84-646E-4904-BEBD-000C046A7398}" destId="{7D0C0014-B2DA-4E88-BAB0-972E1510210C}" srcOrd="2" destOrd="0" presId="urn:microsoft.com/office/officeart/2018/2/layout/IconCircleList"/>
    <dgm:cxn modelId="{F2AE96B7-E27B-4896-B83E-4B91953DB381}" type="presParOf" srcId="{2AE15D84-646E-4904-BEBD-000C046A7398}" destId="{404F50A9-2A70-4EBD-A076-45553C264CED}" srcOrd="3" destOrd="0" presId="urn:microsoft.com/office/officeart/2018/2/layout/IconCircleList"/>
    <dgm:cxn modelId="{AE4DBDD0-A29B-421F-B2BF-C89386831FE5}" type="presParOf" srcId="{97ED673F-13F6-4384-84F4-E024B8BAC601}" destId="{A3E959F5-3464-4CD9-A39D-E99C26ABB396}" srcOrd="5" destOrd="0" presId="urn:microsoft.com/office/officeart/2018/2/layout/IconCircleList"/>
    <dgm:cxn modelId="{509C67F6-5697-470E-BE0C-F9C4E4D9E0A3}" type="presParOf" srcId="{97ED673F-13F6-4384-84F4-E024B8BAC601}" destId="{10B0C188-F2BB-4A52-8A6A-A5A53BB46F7F}" srcOrd="6" destOrd="0" presId="urn:microsoft.com/office/officeart/2018/2/layout/IconCircleList"/>
    <dgm:cxn modelId="{B6D5544E-16A9-44CD-A434-240E5BEFE99E}" type="presParOf" srcId="{10B0C188-F2BB-4A52-8A6A-A5A53BB46F7F}" destId="{70C9EDDE-30F5-4C60-9834-5996EEE7D981}" srcOrd="0" destOrd="0" presId="urn:microsoft.com/office/officeart/2018/2/layout/IconCircleList"/>
    <dgm:cxn modelId="{DEE1C255-9F80-440E-83CD-D0E80D069BA3}" type="presParOf" srcId="{10B0C188-F2BB-4A52-8A6A-A5A53BB46F7F}" destId="{37C6E42E-D91C-42BC-BC0E-26BA5F49A517}" srcOrd="1" destOrd="0" presId="urn:microsoft.com/office/officeart/2018/2/layout/IconCircleList"/>
    <dgm:cxn modelId="{FEC5D168-7D18-4D19-9876-D669F24DA172}" type="presParOf" srcId="{10B0C188-F2BB-4A52-8A6A-A5A53BB46F7F}" destId="{37E9A3B7-17C1-41A4-82F2-41772F5A8FDA}" srcOrd="2" destOrd="0" presId="urn:microsoft.com/office/officeart/2018/2/layout/IconCircleList"/>
    <dgm:cxn modelId="{9ED9F08D-5B89-49B3-A54E-DF9148B11B22}" type="presParOf" srcId="{10B0C188-F2BB-4A52-8A6A-A5A53BB46F7F}" destId="{32FCF8AC-9956-4C10-9F5A-26A9938DEE20}" srcOrd="3" destOrd="0" presId="urn:microsoft.com/office/officeart/2018/2/layout/IconCircleList"/>
    <dgm:cxn modelId="{AB95D29F-F8F8-4809-BFE4-D3F19C02EEF9}" type="presParOf" srcId="{97ED673F-13F6-4384-84F4-E024B8BAC601}" destId="{14FBEF3E-18EA-4B5B-B280-CA3147337863}" srcOrd="7" destOrd="0" presId="urn:microsoft.com/office/officeart/2018/2/layout/IconCircleList"/>
    <dgm:cxn modelId="{02D8D885-F659-463C-AC61-CDB657930803}" type="presParOf" srcId="{97ED673F-13F6-4384-84F4-E024B8BAC601}" destId="{68732384-BD58-4238-82C2-3D1A0D8EA8B1}" srcOrd="8" destOrd="0" presId="urn:microsoft.com/office/officeart/2018/2/layout/IconCircleList"/>
    <dgm:cxn modelId="{CCC236CC-65A4-4FB9-8347-8B720E9A0C6B}" type="presParOf" srcId="{68732384-BD58-4238-82C2-3D1A0D8EA8B1}" destId="{27CA9DE4-ADE7-4C39-AC8C-AC40124E7222}" srcOrd="0" destOrd="0" presId="urn:microsoft.com/office/officeart/2018/2/layout/IconCircleList"/>
    <dgm:cxn modelId="{E4FEA5AE-D0F5-4220-9873-66E7C18844EB}" type="presParOf" srcId="{68732384-BD58-4238-82C2-3D1A0D8EA8B1}" destId="{D3E27306-0DDF-4A40-9865-92BB465269B1}" srcOrd="1" destOrd="0" presId="urn:microsoft.com/office/officeart/2018/2/layout/IconCircleList"/>
    <dgm:cxn modelId="{A90D9850-BB7B-4E81-AD99-9FA2432C8A2E}" type="presParOf" srcId="{68732384-BD58-4238-82C2-3D1A0D8EA8B1}" destId="{DBFB274D-60FA-40DE-BCB5-90F03FEA578B}" srcOrd="2" destOrd="0" presId="urn:microsoft.com/office/officeart/2018/2/layout/IconCircleList"/>
    <dgm:cxn modelId="{87142799-0541-48DB-843A-74A5653B6537}" type="presParOf" srcId="{68732384-BD58-4238-82C2-3D1A0D8EA8B1}" destId="{578EF9B2-E4C8-4620-B3D5-ABF37C26B9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B7C09-4E6B-40EB-B47D-F77C7433A6C4}">
      <dsp:nvSpPr>
        <dsp:cNvPr id="0" name=""/>
        <dsp:cNvSpPr/>
      </dsp:nvSpPr>
      <dsp:spPr>
        <a:xfrm>
          <a:off x="82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13699-4B8E-428B-B4AD-0E8C868D94AD}">
      <dsp:nvSpPr>
        <dsp:cNvPr id="0" name=""/>
        <dsp:cNvSpPr/>
      </dsp:nvSpPr>
      <dsp:spPr>
        <a:xfrm>
          <a:off x="33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React (Frontend) – for building a user-friendly interface to consume api</a:t>
          </a:r>
        </a:p>
      </dsp:txBody>
      <dsp:txXfrm>
        <a:off x="333914" y="2024704"/>
        <a:ext cx="1800000" cy="720000"/>
      </dsp:txXfrm>
    </dsp:sp>
    <dsp:sp modelId="{6EB96677-D007-4E56-A187-2BF273E297F4}">
      <dsp:nvSpPr>
        <dsp:cNvPr id="0" name=""/>
        <dsp:cNvSpPr/>
      </dsp:nvSpPr>
      <dsp:spPr>
        <a:xfrm>
          <a:off x="2943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31114-EC1A-4453-894C-7E1EC8B72A6B}">
      <dsp:nvSpPr>
        <dsp:cNvPr id="0" name=""/>
        <dsp:cNvSpPr/>
      </dsp:nvSpPr>
      <dsp:spPr>
        <a:xfrm>
          <a:off x="2448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Django Rest framework (DRF) – for building robust, modular API</a:t>
          </a:r>
        </a:p>
      </dsp:txBody>
      <dsp:txXfrm>
        <a:off x="2448914" y="2024704"/>
        <a:ext cx="1800000" cy="720000"/>
      </dsp:txXfrm>
    </dsp:sp>
    <dsp:sp modelId="{DDB20E50-5EE8-4494-BB42-DCBB83764946}">
      <dsp:nvSpPr>
        <dsp:cNvPr id="0" name=""/>
        <dsp:cNvSpPr/>
      </dsp:nvSpPr>
      <dsp:spPr>
        <a:xfrm>
          <a:off x="505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FC2AC-B3C9-4BC0-A8D9-369BB9F12EB6}">
      <dsp:nvSpPr>
        <dsp:cNvPr id="0" name=""/>
        <dsp:cNvSpPr/>
      </dsp:nvSpPr>
      <dsp:spPr>
        <a:xfrm>
          <a:off x="456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Token Authentication – to secure endpoints with user-specific  access token</a:t>
          </a:r>
        </a:p>
      </dsp:txBody>
      <dsp:txXfrm>
        <a:off x="4563914" y="2024704"/>
        <a:ext cx="1800000" cy="720000"/>
      </dsp:txXfrm>
    </dsp:sp>
    <dsp:sp modelId="{57D8674F-41E8-42C0-9059-981989A16DFF}">
      <dsp:nvSpPr>
        <dsp:cNvPr id="0" name=""/>
        <dsp:cNvSpPr/>
      </dsp:nvSpPr>
      <dsp:spPr>
        <a:xfrm>
          <a:off x="7173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62F0-C7F3-4E16-A085-A0CF0B94B8F3}">
      <dsp:nvSpPr>
        <dsp:cNvPr id="0" name=""/>
        <dsp:cNvSpPr/>
      </dsp:nvSpPr>
      <dsp:spPr>
        <a:xfrm>
          <a:off x="6678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Postman – used for testing and validating api endpoints</a:t>
          </a:r>
        </a:p>
      </dsp:txBody>
      <dsp:txXfrm>
        <a:off x="6678914" y="2024704"/>
        <a:ext cx="1800000" cy="720000"/>
      </dsp:txXfrm>
    </dsp:sp>
    <dsp:sp modelId="{40EDEF62-6F75-41D8-9701-97D3596C431E}">
      <dsp:nvSpPr>
        <dsp:cNvPr id="0" name=""/>
        <dsp:cNvSpPr/>
      </dsp:nvSpPr>
      <dsp:spPr>
        <a:xfrm>
          <a:off x="928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1DA84-6036-4E75-9510-CFA07717FEAE}">
      <dsp:nvSpPr>
        <dsp:cNvPr id="0" name=""/>
        <dsp:cNvSpPr/>
      </dsp:nvSpPr>
      <dsp:spPr>
        <a:xfrm>
          <a:off x="879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SQLite – Lightweight development  database for quick iterations </a:t>
          </a:r>
        </a:p>
      </dsp:txBody>
      <dsp:txXfrm>
        <a:off x="8793914" y="2024704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6D65A-39EA-4380-97E0-F660F09DC5E8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3C40B-7346-46C3-9D30-B02CCC4205C7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FDEB6-9324-42A0-8486-C04D024438CF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Able to achieve user registration and log in with secure token auth.</a:t>
          </a:r>
        </a:p>
      </dsp:txBody>
      <dsp:txXfrm>
        <a:off x="1312541" y="828340"/>
        <a:ext cx="2148945" cy="911674"/>
      </dsp:txXfrm>
    </dsp:sp>
    <dsp:sp modelId="{4CB53AC6-9CB3-4C19-9312-E0D05C0B09FE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4005E-21CD-4C05-A5CB-77F519E62EF5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EC207-8CA6-42BB-B755-B590B21E29A7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Implemented Books endpoints for borrowing and returning.</a:t>
          </a:r>
        </a:p>
      </dsp:txBody>
      <dsp:txXfrm>
        <a:off x="4942957" y="828340"/>
        <a:ext cx="2148945" cy="911674"/>
      </dsp:txXfrm>
    </dsp:sp>
    <dsp:sp modelId="{AD8A85E0-52C7-43F2-BAB1-9F745D468AAD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07B11-64F2-4B90-B388-06770143FF5C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F50A9-2A70-4EBD-A076-45553C264CED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Demonstrated community group features. </a:t>
          </a:r>
        </a:p>
      </dsp:txBody>
      <dsp:txXfrm>
        <a:off x="8573374" y="828340"/>
        <a:ext cx="2148945" cy="911674"/>
      </dsp:txXfrm>
    </dsp:sp>
    <dsp:sp modelId="{70C9EDDE-30F5-4C60-9834-5996EEE7D981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6E42E-D91C-42BC-BC0E-26BA5F49A517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CF8AC-9956-4C10-9F5A-26A9938DEE20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Demonstrated working backend with Postman</a:t>
          </a:r>
        </a:p>
      </dsp:txBody>
      <dsp:txXfrm>
        <a:off x="1312541" y="2452790"/>
        <a:ext cx="2148945" cy="911674"/>
      </dsp:txXfrm>
    </dsp:sp>
    <dsp:sp modelId="{27CA9DE4-ADE7-4C39-AC8C-AC40124E7222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27306-0DDF-4A40-9865-92BB465269B1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EF9B2-E4C8-4620-B3D5-ABF37C26B903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Future works – Real time messaging, Private Chat and PostgresSQL.</a:t>
          </a:r>
        </a:p>
      </dsp:txBody>
      <dsp:txXfrm>
        <a:off x="4942957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53C5-F347-DA58-F056-9FF7E18B4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8C861-046F-F65B-53F4-691D8B07C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FDB79-0F6E-D2F7-B75F-F94BD4C9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8F48-A1BE-96F8-F85E-182ECA4A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9F48C-8C60-1378-548D-7C5B38B1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9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A9D4-7645-84E7-30F5-827A7669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AFE0-43EC-361C-EDFF-A40C16B4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E75E9-F200-A146-363B-E5FA2C71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CA50A-626A-690C-C5B8-BDB05BC1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3406B-C2A9-C633-D7EB-5551126D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EA2C-1BCA-A2E1-46DF-7DF7ECD4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EF26D-4B47-1049-FF5D-6DF1C4E56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A7088-3EC1-C771-3273-A06B4245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30B10-C5FA-2223-BADE-5FDF2D80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A3E04-F4B6-2270-A5A1-729B0D95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1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4F44-2CFF-CE9E-97BC-1868E851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138E-273A-5EC4-0240-E56F00B65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079F5-AFBD-B989-5362-7834D03A3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D8449-30F2-8F3E-1268-BF8CB6B3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7436B-88F4-61D9-81BE-4CF5EFB8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F7451-DD29-46B8-9A4F-00996CC3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22FA-C8DD-0998-F1B9-8D241D6A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D6F4C-9FED-7F89-5D5B-610E3F166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861E7-59FB-A599-AF8A-052EEE42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3BDC2-8903-9201-8470-AFA9BC64A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E5B54-587B-009A-84A4-B4871835F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F1833-67EB-345D-AD2D-F41936AC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2C7E1F-0269-176D-1BEC-A3FFA864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49DD7-4AD1-3435-B5B0-7162432B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8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58DC-673A-F01F-720E-6FD1AABD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3CAD1-D368-46E7-1D63-1F0187C7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B45EF-80ED-3E66-CCBE-075D6303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6AD1C-322B-9B15-5599-C8D15806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E3A07-68F2-2935-F912-8F2684A0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D2C77-8787-357E-E50F-034076A0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C780D-AD76-A15B-CFCB-501C085F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1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1D4F-6B10-9BE6-AA73-3D9F925C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47AB-7F93-9B2E-1E75-B0D50F434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2FB98-11BF-C008-327D-D9CFB492A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D4AE6-4FF6-C4AB-7EB6-579A3813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2A96-C748-B432-9BF3-EC0F8AD5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A91C2-7E86-63B9-E1A1-292B0A14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7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84F8-D702-D6AA-1E6C-4FB01ADA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9F069-D364-3210-939F-94BAA9C65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C8727-50F7-8D17-4ED6-F7A665D3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13159-127A-0E3E-5E52-FB3F29FC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E2B91-CC83-4EB3-65C4-3D661854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D4C3E-7741-0532-4A71-04D5F1C0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2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3259-2360-5638-4458-87E69480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0F84F-69DD-E323-9376-0883BF3E2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3B0A7-FB4B-1CAD-BB22-8001F981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1BB78-7BB3-393D-B544-1A128D2A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ABD08-C87D-6496-3B47-B30E5ADA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5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9D03E6-AB7F-CCEA-B588-2FD24A0C4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52E24-AD54-8DDB-32A8-4EBF23D6A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3B213-1DD0-B775-00C5-596D98D8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08394-B520-C842-99C2-A11769A5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B8AB4-3402-BB11-9C35-D86BC021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9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57C09-E9CB-FB23-1887-D3C51BA4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2AC93-4B82-0255-93BA-BA36821E2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A230-877D-4519-1D3E-2011CF491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3993-96D7-DB49-B20D-EE5CBF7FC857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4E91-2FFA-B789-D7FD-485AF1810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059B-9330-3BFE-A5DF-1ABC29580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1CECD-E017-BB48-8B69-5DDB406F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7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E69BC-9930-8115-60E5-2FE90D142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400" kern="1400" spc="-5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Design, Development, and Evaluation of a Community-Enhanced Library Management System Using Modern Web Technologies</a:t>
            </a:r>
            <a:br>
              <a:rPr lang="en-GB" sz="440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86324-FF71-DFD7-BADF-1B0F466A1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034" y="4398682"/>
            <a:ext cx="10431600" cy="1930400"/>
          </a:xfrm>
        </p:spPr>
        <p:txBody>
          <a:bodyPr anchor="ctr">
            <a:normAutofit/>
          </a:bodyPr>
          <a:lstStyle/>
          <a:p>
            <a:pPr algn="l"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</a:t>
            </a:r>
          </a:p>
          <a:p>
            <a:pPr algn="l"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Nathaniel Chukwuma Ani</a:t>
            </a:r>
          </a:p>
        </p:txBody>
      </p:sp>
    </p:spTree>
    <p:extLst>
      <p:ext uri="{BB962C8B-B14F-4D97-AF65-F5344CB8AC3E}">
        <p14:creationId xmlns:p14="http://schemas.microsoft.com/office/powerpoint/2010/main" val="395550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2B987-2BB1-3E6E-988B-1B5CFD38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 View upon loading frontend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2F89D43-525A-4FCE-CDCC-78F56AC95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82FF3-990D-A74E-F64B-ED798EFB9EC8}"/>
              </a:ext>
            </a:extLst>
          </p:cNvPr>
          <p:cNvSpPr txBox="1"/>
          <p:nvPr/>
        </p:nvSpPr>
        <p:spPr>
          <a:xfrm>
            <a:off x="4444409" y="6145619"/>
            <a:ext cx="785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System starts by checking for user authentication token to determine access level.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6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A6FF7-9AC3-6A83-55A7-4AC1226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Register page Endpoint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D903973-3DBC-A675-4865-30E1F3175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D849B2-B5A1-F618-E50B-37022200E439}"/>
              </a:ext>
            </a:extLst>
          </p:cNvPr>
          <p:cNvSpPr txBox="1"/>
          <p:nvPr/>
        </p:nvSpPr>
        <p:spPr>
          <a:xfrm>
            <a:off x="4632960" y="5961888"/>
            <a:ext cx="7393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user doesn’t have an account, they will be prompted to register an account</a:t>
            </a:r>
          </a:p>
        </p:txBody>
      </p:sp>
    </p:spTree>
    <p:extLst>
      <p:ext uri="{BB962C8B-B14F-4D97-AF65-F5344CB8AC3E}">
        <p14:creationId xmlns:p14="http://schemas.microsoft.com/office/powerpoint/2010/main" val="729563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11B0A-F3DA-CDFD-D762-68A991FC9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Login Flow (POST/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/accounts/login/)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959E398-80A2-BB7D-7E7C-C4708A5EC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B57EC5-C208-6354-94D4-C59A3D091BE0}"/>
              </a:ext>
            </a:extLst>
          </p:cNvPr>
          <p:cNvSpPr txBox="1"/>
          <p:nvPr/>
        </p:nvSpPr>
        <p:spPr>
          <a:xfrm>
            <a:off x="4572000" y="5998464"/>
            <a:ext cx="320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redirected to log in page</a:t>
            </a:r>
          </a:p>
        </p:txBody>
      </p:sp>
    </p:spTree>
    <p:extLst>
      <p:ext uri="{BB962C8B-B14F-4D97-AF65-F5344CB8AC3E}">
        <p14:creationId xmlns:p14="http://schemas.microsoft.com/office/powerpoint/2010/main" val="377674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757C1-0ECE-68F2-2688-B63FF644B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Books Endpoint upon user sign in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318829B-4B46-0DD3-BDEF-EB5C75BAE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A9D709-6EBD-6040-2320-5F51BA3BD8B1}"/>
              </a:ext>
            </a:extLst>
          </p:cNvPr>
          <p:cNvSpPr txBox="1"/>
          <p:nvPr/>
        </p:nvSpPr>
        <p:spPr>
          <a:xfrm>
            <a:off x="4657344" y="5974080"/>
            <a:ext cx="629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Upon successful registration / Log in, user gets to books endpoint</a:t>
            </a:r>
          </a:p>
        </p:txBody>
      </p:sp>
    </p:spTree>
    <p:extLst>
      <p:ext uri="{BB962C8B-B14F-4D97-AF65-F5344CB8AC3E}">
        <p14:creationId xmlns:p14="http://schemas.microsoft.com/office/powerpoint/2010/main" val="270630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B001A-C992-9338-578B-B64E86B9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Endpoint showing user account details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BC95E75-8D78-9CD5-0BFC-1C664EFE5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918909-B883-28AF-5169-20291DB965F8}"/>
              </a:ext>
            </a:extLst>
          </p:cNvPr>
          <p:cNvSpPr txBox="1"/>
          <p:nvPr/>
        </p:nvSpPr>
        <p:spPr>
          <a:xfrm>
            <a:off x="4643438" y="5972175"/>
            <a:ext cx="643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able to view account information regarding borrowed books</a:t>
            </a:r>
          </a:p>
        </p:txBody>
      </p:sp>
    </p:spTree>
    <p:extLst>
      <p:ext uri="{BB962C8B-B14F-4D97-AF65-F5344CB8AC3E}">
        <p14:creationId xmlns:p14="http://schemas.microsoft.com/office/powerpoint/2010/main" val="368762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55F89-ED59-CDC2-276A-B162DFB0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Endpoint showing Returned books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7E128BF2-E323-8842-5150-25E6EB4ED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EEBC16-95FC-B7EF-46F6-977756C669EF}"/>
              </a:ext>
            </a:extLst>
          </p:cNvPr>
          <p:cNvSpPr txBox="1"/>
          <p:nvPr/>
        </p:nvSpPr>
        <p:spPr>
          <a:xfrm>
            <a:off x="4543425" y="5915025"/>
            <a:ext cx="340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can also view returned books</a:t>
            </a:r>
          </a:p>
        </p:txBody>
      </p:sp>
    </p:spTree>
    <p:extLst>
      <p:ext uri="{BB962C8B-B14F-4D97-AF65-F5344CB8AC3E}">
        <p14:creationId xmlns:p14="http://schemas.microsoft.com/office/powerpoint/2010/main" val="156733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6A3F0-B8E2-CFFA-7CA4-19586F02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Community Endpoint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9BC606A-F6F2-5F37-35C9-F764295C4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BF6873-4865-BD14-EC91-1A1DCA064EEB}"/>
              </a:ext>
            </a:extLst>
          </p:cNvPr>
          <p:cNvSpPr txBox="1"/>
          <p:nvPr/>
        </p:nvSpPr>
        <p:spPr>
          <a:xfrm>
            <a:off x="4800600" y="6029325"/>
            <a:ext cx="5438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can utilize the integrated Social community Groups</a:t>
            </a:r>
          </a:p>
        </p:txBody>
      </p:sp>
    </p:spTree>
    <p:extLst>
      <p:ext uri="{BB962C8B-B14F-4D97-AF65-F5344CB8AC3E}">
        <p14:creationId xmlns:p14="http://schemas.microsoft.com/office/powerpoint/2010/main" val="85828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04C79-83E5-504C-6A95-3553BEDD2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Group List and join flow (GET/POST/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/social/groups)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638766-36FC-AE11-5BA4-357BAD3E0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CD0640-FDE4-3AFD-3D2F-EC5CC99C6E05}"/>
              </a:ext>
            </a:extLst>
          </p:cNvPr>
          <p:cNvSpPr txBox="1"/>
          <p:nvPr/>
        </p:nvSpPr>
        <p:spPr>
          <a:xfrm>
            <a:off x="4305701" y="6053297"/>
            <a:ext cx="7619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has the authorization to create groups and upon creation, made an Admin</a:t>
            </a:r>
          </a:p>
        </p:txBody>
      </p:sp>
    </p:spTree>
    <p:extLst>
      <p:ext uri="{BB962C8B-B14F-4D97-AF65-F5344CB8AC3E}">
        <p14:creationId xmlns:p14="http://schemas.microsoft.com/office/powerpoint/2010/main" val="328287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0210E-1958-19CB-CFC2-7E1FE6B6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Option to leave Community Group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79A37C-503E-9B41-8C1D-831E599DA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713A1A-BF78-613C-855B-7A0FFD4EFB9A}"/>
              </a:ext>
            </a:extLst>
          </p:cNvPr>
          <p:cNvSpPr txBox="1"/>
          <p:nvPr/>
        </p:nvSpPr>
        <p:spPr>
          <a:xfrm>
            <a:off x="5521136" y="6012578"/>
            <a:ext cx="444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also given option to leave Group chats</a:t>
            </a:r>
          </a:p>
        </p:txBody>
      </p:sp>
    </p:spTree>
    <p:extLst>
      <p:ext uri="{BB962C8B-B14F-4D97-AF65-F5344CB8AC3E}">
        <p14:creationId xmlns:p14="http://schemas.microsoft.com/office/powerpoint/2010/main" val="11331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7360-5C2D-33A6-442A-6E7F26CF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F447D175-00A0-D5E8-7FAA-E0AE4C07E1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75866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709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E9668-D476-2C62-523F-321A7A70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 Design</a:t>
            </a:r>
          </a:p>
        </p:txBody>
      </p:sp>
      <p:pic>
        <p:nvPicPr>
          <p:cNvPr id="4" name="Content Placeholder 3" descr="A_diagram_in_digital_vector_graphic_format_illustr.png">
            <a:extLst>
              <a:ext uri="{FF2B5EF4-FFF2-40B4-BE49-F238E27FC236}">
                <a16:creationId xmlns:a16="http://schemas.microsoft.com/office/drawing/2014/main" id="{49CFE003-83DC-B152-0A64-53B47B379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602615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30166-43E6-D6F6-76C8-5902C238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D1830-3575-237B-5533-60B708C27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7600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533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DF114-7A56-76EA-82E7-2BA9AE91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 Q&amp;A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5" descr="Questions">
            <a:extLst>
              <a:ext uri="{FF2B5EF4-FFF2-40B4-BE49-F238E27FC236}">
                <a16:creationId xmlns:a16="http://schemas.microsoft.com/office/drawing/2014/main" id="{5651F17D-E716-2DC2-FB75-3AB6FB6A4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3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281</Words>
  <Application>Microsoft Macintosh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Design, Development, and Evaluation of a Community-Enhanced Library Management System Using Modern Web Technologies </vt:lpstr>
      <vt:lpstr>API View upon loading frontend</vt:lpstr>
      <vt:lpstr>Register page Endpoint</vt:lpstr>
      <vt:lpstr>User Login Flow (POST/api/accounts/login/)</vt:lpstr>
      <vt:lpstr>Books Endpoint upon user sign in</vt:lpstr>
      <vt:lpstr>Endpoint showing user account details</vt:lpstr>
      <vt:lpstr>Endpoint showing Returned books</vt:lpstr>
      <vt:lpstr>Community Endpoint</vt:lpstr>
      <vt:lpstr>Group List and join flow (GET/POST/api/social/groups)</vt:lpstr>
      <vt:lpstr>Option to leave Community Group</vt:lpstr>
      <vt:lpstr>Technologies used</vt:lpstr>
      <vt:lpstr>System Architecture Design</vt:lpstr>
      <vt:lpstr>Conclusion</vt:lpstr>
      <vt:lpstr>Thank You and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Nathaniel Chukwuma Ani (Student)</dc:creator>
  <cp:lastModifiedBy>Nathaniel Chukwuma Ani (Student)</cp:lastModifiedBy>
  <cp:revision>8</cp:revision>
  <dcterms:created xsi:type="dcterms:W3CDTF">2025-04-30T22:47:04Z</dcterms:created>
  <dcterms:modified xsi:type="dcterms:W3CDTF">2025-05-01T06:56:13Z</dcterms:modified>
</cp:coreProperties>
</file>